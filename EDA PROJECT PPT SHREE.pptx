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3"/>
  </p:notesMasterIdLst>
  <p:sldIdLst>
    <p:sldId id="256" r:id="rId2"/>
    <p:sldId id="346" r:id="rId3"/>
    <p:sldId id="347" r:id="rId4"/>
    <p:sldId id="327" r:id="rId5"/>
    <p:sldId id="328" r:id="rId6"/>
    <p:sldId id="329" r:id="rId7"/>
    <p:sldId id="330" r:id="rId8"/>
    <p:sldId id="331" r:id="rId9"/>
    <p:sldId id="332" r:id="rId10"/>
    <p:sldId id="333" r:id="rId11"/>
    <p:sldId id="334" r:id="rId12"/>
    <p:sldId id="336" r:id="rId13"/>
    <p:sldId id="341" r:id="rId14"/>
    <p:sldId id="352" r:id="rId15"/>
    <p:sldId id="342" r:id="rId16"/>
    <p:sldId id="353" r:id="rId17"/>
    <p:sldId id="351" r:id="rId18"/>
    <p:sldId id="354" r:id="rId19"/>
    <p:sldId id="355" r:id="rId20"/>
    <p:sldId id="348" r:id="rId21"/>
    <p:sldId id="259" r:id="rId22"/>
  </p:sldIdLst>
  <p:sldSz cx="12192000" cy="6858000"/>
  <p:notesSz cx="6858000" cy="9144000"/>
  <p:embeddedFontLst>
    <p:embeddedFont>
      <p:font typeface="Libre Baskerville" panose="02000000000000000000" pitchFamily="2" charset="0"/>
      <p:regular r:id="rId24"/>
      <p:bold r:id="rId25"/>
      <p: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286" autoAdjust="0"/>
    <p:restoredTop sz="86667" autoAdjust="0"/>
  </p:normalViewPr>
  <p:slideViewPr>
    <p:cSldViewPr snapToGrid="0">
      <p:cViewPr varScale="1">
        <p:scale>
          <a:sx n="68" d="100"/>
          <a:sy n="68" d="100"/>
        </p:scale>
        <p:origin x="4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customschemas.google.com/relationships/presentationmetadata" Target="metadata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kanth putnala" userId="93ef7337b24014be" providerId="LiveId" clId="{388DFA50-0E0E-41C6-9946-CCAD3F2CDA05}"/>
    <pc:docChg chg="undo custSel addSld delSld modSld sldOrd">
      <pc:chgData name="srikanth putnala" userId="93ef7337b24014be" providerId="LiveId" clId="{388DFA50-0E0E-41C6-9946-CCAD3F2CDA05}" dt="2026-02-04T06:36:54.243" v="1039" actId="14100"/>
      <pc:docMkLst>
        <pc:docMk/>
      </pc:docMkLst>
      <pc:sldChg chg="modSp mod">
        <pc:chgData name="srikanth putnala" userId="93ef7337b24014be" providerId="LiveId" clId="{388DFA50-0E0E-41C6-9946-CCAD3F2CDA05}" dt="2026-02-03T14:49:15.365" v="938" actId="14100"/>
        <pc:sldMkLst>
          <pc:docMk/>
          <pc:sldMk cId="0" sldId="256"/>
        </pc:sldMkLst>
        <pc:picChg chg="mod">
          <ac:chgData name="srikanth putnala" userId="93ef7337b24014be" providerId="LiveId" clId="{388DFA50-0E0E-41C6-9946-CCAD3F2CDA05}" dt="2026-02-03T14:49:15.365" v="938" actId="14100"/>
          <ac:picMkLst>
            <pc:docMk/>
            <pc:sldMk cId="0" sldId="256"/>
            <ac:picMk id="98" creationId="{00000000-0000-0000-0000-000000000000}"/>
          </ac:picMkLst>
        </pc:picChg>
      </pc:sldChg>
      <pc:sldChg chg="modSp mod">
        <pc:chgData name="srikanth putnala" userId="93ef7337b24014be" providerId="LiveId" clId="{388DFA50-0E0E-41C6-9946-CCAD3F2CDA05}" dt="2026-02-03T14:49:32.061" v="940" actId="27636"/>
        <pc:sldMkLst>
          <pc:docMk/>
          <pc:sldMk cId="199711819" sldId="327"/>
        </pc:sldMkLst>
        <pc:spChg chg="mod">
          <ac:chgData name="srikanth putnala" userId="93ef7337b24014be" providerId="LiveId" clId="{388DFA50-0E0E-41C6-9946-CCAD3F2CDA05}" dt="2026-02-03T14:49:32.061" v="940" actId="27636"/>
          <ac:spMkLst>
            <pc:docMk/>
            <pc:sldMk cId="199711819" sldId="327"/>
            <ac:spMk id="3" creationId="{7830E89A-F670-B469-4F01-88308AA47ED4}"/>
          </ac:spMkLst>
        </pc:spChg>
      </pc:sldChg>
      <pc:sldChg chg="modSp mod">
        <pc:chgData name="srikanth putnala" userId="93ef7337b24014be" providerId="LiveId" clId="{388DFA50-0E0E-41C6-9946-CCAD3F2CDA05}" dt="2026-01-09T04:01:27.305" v="2" actId="14100"/>
        <pc:sldMkLst>
          <pc:docMk/>
          <pc:sldMk cId="3847744039" sldId="328"/>
        </pc:sldMkLst>
        <pc:spChg chg="mod">
          <ac:chgData name="srikanth putnala" userId="93ef7337b24014be" providerId="LiveId" clId="{388DFA50-0E0E-41C6-9946-CCAD3F2CDA05}" dt="2026-01-09T04:01:27.305" v="2" actId="14100"/>
          <ac:spMkLst>
            <pc:docMk/>
            <pc:sldMk cId="3847744039" sldId="328"/>
            <ac:spMk id="2" creationId="{1A3EB5A8-9823-408A-181A-754D5B908717}"/>
          </ac:spMkLst>
        </pc:spChg>
        <pc:spChg chg="mod">
          <ac:chgData name="srikanth putnala" userId="93ef7337b24014be" providerId="LiveId" clId="{388DFA50-0E0E-41C6-9946-CCAD3F2CDA05}" dt="2026-01-09T04:01:15.545" v="0" actId="2710"/>
          <ac:spMkLst>
            <pc:docMk/>
            <pc:sldMk cId="3847744039" sldId="328"/>
            <ac:spMk id="4" creationId="{89A84270-E4D0-48EC-DD07-D463552D2A47}"/>
          </ac:spMkLst>
        </pc:spChg>
      </pc:sldChg>
      <pc:sldChg chg="addSp delSp modSp mod">
        <pc:chgData name="srikanth putnala" userId="93ef7337b24014be" providerId="LiveId" clId="{388DFA50-0E0E-41C6-9946-CCAD3F2CDA05}" dt="2026-02-04T05:44:29.284" v="1007" actId="14100"/>
        <pc:sldMkLst>
          <pc:docMk/>
          <pc:sldMk cId="36924678" sldId="329"/>
        </pc:sldMkLst>
        <pc:spChg chg="mod">
          <ac:chgData name="srikanth putnala" userId="93ef7337b24014be" providerId="LiveId" clId="{388DFA50-0E0E-41C6-9946-CCAD3F2CDA05}" dt="2026-01-09T05:41:08.238" v="104" actId="1076"/>
          <ac:spMkLst>
            <pc:docMk/>
            <pc:sldMk cId="36924678" sldId="329"/>
            <ac:spMk id="2" creationId="{1FA734D1-C34E-FC27-31C9-4F66D7D227A2}"/>
          </ac:spMkLst>
        </pc:spChg>
        <pc:spChg chg="add mod">
          <ac:chgData name="srikanth putnala" userId="93ef7337b24014be" providerId="LiveId" clId="{388DFA50-0E0E-41C6-9946-CCAD3F2CDA05}" dt="2026-02-04T05:44:29.284" v="1007" actId="14100"/>
          <ac:spMkLst>
            <pc:docMk/>
            <pc:sldMk cId="36924678" sldId="329"/>
            <ac:spMk id="5" creationId="{1E8B7A7A-8A5F-00A5-5998-4709E0ADABD8}"/>
          </ac:spMkLst>
        </pc:spChg>
      </pc:sldChg>
      <pc:sldChg chg="modSp mod">
        <pc:chgData name="srikanth putnala" userId="93ef7337b24014be" providerId="LiveId" clId="{388DFA50-0E0E-41C6-9946-CCAD3F2CDA05}" dt="2026-01-09T05:50:49.786" v="147" actId="255"/>
        <pc:sldMkLst>
          <pc:docMk/>
          <pc:sldMk cId="2316458053" sldId="330"/>
        </pc:sldMkLst>
        <pc:spChg chg="mod">
          <ac:chgData name="srikanth putnala" userId="93ef7337b24014be" providerId="LiveId" clId="{388DFA50-0E0E-41C6-9946-CCAD3F2CDA05}" dt="2026-01-09T04:04:10.494" v="12" actId="14100"/>
          <ac:spMkLst>
            <pc:docMk/>
            <pc:sldMk cId="2316458053" sldId="330"/>
            <ac:spMk id="2" creationId="{45F4F1F1-4B27-90C5-C084-7A938334F353}"/>
          </ac:spMkLst>
        </pc:spChg>
        <pc:spChg chg="mod">
          <ac:chgData name="srikanth putnala" userId="93ef7337b24014be" providerId="LiveId" clId="{388DFA50-0E0E-41C6-9946-CCAD3F2CDA05}" dt="2026-01-09T05:50:49.786" v="147" actId="255"/>
          <ac:spMkLst>
            <pc:docMk/>
            <pc:sldMk cId="2316458053" sldId="330"/>
            <ac:spMk id="3" creationId="{DF376B54-DB8E-0952-B87C-98DB89B82F96}"/>
          </ac:spMkLst>
        </pc:spChg>
      </pc:sldChg>
      <pc:sldChg chg="modSp mod">
        <pc:chgData name="srikanth putnala" userId="93ef7337b24014be" providerId="LiveId" clId="{388DFA50-0E0E-41C6-9946-CCAD3F2CDA05}" dt="2026-01-09T04:05:31.880" v="14" actId="1076"/>
        <pc:sldMkLst>
          <pc:docMk/>
          <pc:sldMk cId="4204487950" sldId="331"/>
        </pc:sldMkLst>
        <pc:spChg chg="mod">
          <ac:chgData name="srikanth putnala" userId="93ef7337b24014be" providerId="LiveId" clId="{388DFA50-0E0E-41C6-9946-CCAD3F2CDA05}" dt="2026-01-09T04:05:31.880" v="14" actId="1076"/>
          <ac:spMkLst>
            <pc:docMk/>
            <pc:sldMk cId="4204487950" sldId="331"/>
            <ac:spMk id="2" creationId="{8920C16F-BA82-2A77-53EE-4D81A28C42BA}"/>
          </ac:spMkLst>
        </pc:spChg>
      </pc:sldChg>
      <pc:sldChg chg="add del">
        <pc:chgData name="srikanth putnala" userId="93ef7337b24014be" providerId="LiveId" clId="{388DFA50-0E0E-41C6-9946-CCAD3F2CDA05}" dt="2026-01-09T05:50:48.880" v="146" actId="2696"/>
        <pc:sldMkLst>
          <pc:docMk/>
          <pc:sldMk cId="1519201778" sldId="332"/>
        </pc:sldMkLst>
      </pc:sldChg>
      <pc:sldChg chg="addSp modSp mod ord">
        <pc:chgData name="srikanth putnala" userId="93ef7337b24014be" providerId="LiveId" clId="{388DFA50-0E0E-41C6-9946-CCAD3F2CDA05}" dt="2026-02-04T06:14:40.374" v="1025" actId="2710"/>
        <pc:sldMkLst>
          <pc:docMk/>
          <pc:sldMk cId="3119440608" sldId="333"/>
        </pc:sldMkLst>
        <pc:spChg chg="mod">
          <ac:chgData name="srikanth putnala" userId="93ef7337b24014be" providerId="LiveId" clId="{388DFA50-0E0E-41C6-9946-CCAD3F2CDA05}" dt="2026-01-09T04:07:52.812" v="41" actId="1076"/>
          <ac:spMkLst>
            <pc:docMk/>
            <pc:sldMk cId="3119440608" sldId="333"/>
            <ac:spMk id="2" creationId="{F4401745-94AA-3266-EB0C-E5594EA1A1C3}"/>
          </ac:spMkLst>
        </pc:spChg>
        <pc:spChg chg="mod">
          <ac:chgData name="srikanth putnala" userId="93ef7337b24014be" providerId="LiveId" clId="{388DFA50-0E0E-41C6-9946-CCAD3F2CDA05}" dt="2026-02-04T06:14:40.374" v="1025" actId="2710"/>
          <ac:spMkLst>
            <pc:docMk/>
            <pc:sldMk cId="3119440608" sldId="333"/>
            <ac:spMk id="3" creationId="{0EACBF8D-AD43-BD1A-C1F6-5D6670053D0F}"/>
          </ac:spMkLst>
        </pc:spChg>
        <pc:spChg chg="add">
          <ac:chgData name="srikanth putnala" userId="93ef7337b24014be" providerId="LiveId" clId="{388DFA50-0E0E-41C6-9946-CCAD3F2CDA05}" dt="2026-02-04T06:11:14.614" v="1008"/>
          <ac:spMkLst>
            <pc:docMk/>
            <pc:sldMk cId="3119440608" sldId="333"/>
            <ac:spMk id="4" creationId="{CFBC11B7-48A4-5FE5-CAEB-11B4CC7909DE}"/>
          </ac:spMkLst>
        </pc:spChg>
      </pc:sldChg>
      <pc:sldChg chg="addSp delSp modSp mod">
        <pc:chgData name="srikanth putnala" userId="93ef7337b24014be" providerId="LiveId" clId="{388DFA50-0E0E-41C6-9946-CCAD3F2CDA05}" dt="2026-02-04T06:28:10.702" v="1027" actId="14100"/>
        <pc:sldMkLst>
          <pc:docMk/>
          <pc:sldMk cId="2934950131" sldId="334"/>
        </pc:sldMkLst>
        <pc:spChg chg="mod">
          <ac:chgData name="srikanth putnala" userId="93ef7337b24014be" providerId="LiveId" clId="{388DFA50-0E0E-41C6-9946-CCAD3F2CDA05}" dt="2026-02-04T06:28:00.450" v="1026" actId="1076"/>
          <ac:spMkLst>
            <pc:docMk/>
            <pc:sldMk cId="2934950131" sldId="334"/>
            <ac:spMk id="2" creationId="{8CAA736E-1C57-278A-A27B-2D23969DC47A}"/>
          </ac:spMkLst>
        </pc:spChg>
        <pc:picChg chg="add mod">
          <ac:chgData name="srikanth putnala" userId="93ef7337b24014be" providerId="LiveId" clId="{388DFA50-0E0E-41C6-9946-CCAD3F2CDA05}" dt="2026-02-04T06:28:10.702" v="1027" actId="14100"/>
          <ac:picMkLst>
            <pc:docMk/>
            <pc:sldMk cId="2934950131" sldId="334"/>
            <ac:picMk id="4" creationId="{1F0F784E-6A18-7179-C35E-6107EC6F7A02}"/>
          </ac:picMkLst>
        </pc:picChg>
      </pc:sldChg>
      <pc:sldChg chg="addSp delSp modSp mod">
        <pc:chgData name="srikanth putnala" userId="93ef7337b24014be" providerId="LiveId" clId="{388DFA50-0E0E-41C6-9946-CCAD3F2CDA05}" dt="2026-02-04T06:36:54.243" v="1039" actId="14100"/>
        <pc:sldMkLst>
          <pc:docMk/>
          <pc:sldMk cId="1051224466" sldId="336"/>
        </pc:sldMkLst>
        <pc:spChg chg="add del mod">
          <ac:chgData name="srikanth putnala" userId="93ef7337b24014be" providerId="LiveId" clId="{388DFA50-0E0E-41C6-9946-CCAD3F2CDA05}" dt="2026-02-04T06:34:59.017" v="1033"/>
          <ac:spMkLst>
            <pc:docMk/>
            <pc:sldMk cId="1051224466" sldId="336"/>
            <ac:spMk id="3" creationId="{30C1A37E-2A13-13E2-6FE0-17D9BA71A51E}"/>
          </ac:spMkLst>
        </pc:spChg>
        <pc:spChg chg="add mod">
          <ac:chgData name="srikanth putnala" userId="93ef7337b24014be" providerId="LiveId" clId="{388DFA50-0E0E-41C6-9946-CCAD3F2CDA05}" dt="2026-02-04T06:34:56.124" v="1032"/>
          <ac:spMkLst>
            <pc:docMk/>
            <pc:sldMk cId="1051224466" sldId="336"/>
            <ac:spMk id="4" creationId="{03955C27-66FB-F7C5-C0AC-5A88A2CD419B}"/>
          </ac:spMkLst>
        </pc:spChg>
        <pc:spChg chg="add mod">
          <ac:chgData name="srikanth putnala" userId="93ef7337b24014be" providerId="LiveId" clId="{388DFA50-0E0E-41C6-9946-CCAD3F2CDA05}" dt="2026-02-04T06:36:54.243" v="1039" actId="14100"/>
          <ac:spMkLst>
            <pc:docMk/>
            <pc:sldMk cId="1051224466" sldId="336"/>
            <ac:spMk id="5" creationId="{204DF108-80EB-4BD9-7898-E9CE271DE3FE}"/>
          </ac:spMkLst>
        </pc:spChg>
      </pc:sldChg>
      <pc:sldChg chg="modSp del mod">
        <pc:chgData name="srikanth putnala" userId="93ef7337b24014be" providerId="LiveId" clId="{388DFA50-0E0E-41C6-9946-CCAD3F2CDA05}" dt="2026-01-09T12:32:49.916" v="214" actId="47"/>
        <pc:sldMkLst>
          <pc:docMk/>
          <pc:sldMk cId="3161208632" sldId="338"/>
        </pc:sldMkLst>
      </pc:sldChg>
      <pc:sldChg chg="modSp del mod ord">
        <pc:chgData name="srikanth putnala" userId="93ef7337b24014be" providerId="LiveId" clId="{388DFA50-0E0E-41C6-9946-CCAD3F2CDA05}" dt="2026-01-09T12:31:54.442" v="213" actId="47"/>
        <pc:sldMkLst>
          <pc:docMk/>
          <pc:sldMk cId="856433459" sldId="339"/>
        </pc:sldMkLst>
      </pc:sldChg>
      <pc:sldChg chg="addSp delSp modSp del mod">
        <pc:chgData name="srikanth putnala" userId="93ef7337b24014be" providerId="LiveId" clId="{388DFA50-0E0E-41C6-9946-CCAD3F2CDA05}" dt="2026-01-09T14:48:28.472" v="452" actId="47"/>
        <pc:sldMkLst>
          <pc:docMk/>
          <pc:sldMk cId="13005706" sldId="340"/>
        </pc:sldMkLst>
      </pc:sldChg>
      <pc:sldChg chg="addSp delSp modSp mod">
        <pc:chgData name="srikanth putnala" userId="93ef7337b24014be" providerId="LiveId" clId="{388DFA50-0E0E-41C6-9946-CCAD3F2CDA05}" dt="2026-01-09T12:59:07.277" v="260" actId="22"/>
        <pc:sldMkLst>
          <pc:docMk/>
          <pc:sldMk cId="4270916917" sldId="341"/>
        </pc:sldMkLst>
        <pc:spChg chg="add mod">
          <ac:chgData name="srikanth putnala" userId="93ef7337b24014be" providerId="LiveId" clId="{388DFA50-0E0E-41C6-9946-CCAD3F2CDA05}" dt="2026-01-09T12:36:37.880" v="258" actId="113"/>
          <ac:spMkLst>
            <pc:docMk/>
            <pc:sldMk cId="4270916917" sldId="341"/>
            <ac:spMk id="2" creationId="{E9EDA2FE-C574-5C21-0CF9-A40B2BC11342}"/>
          </ac:spMkLst>
        </pc:spChg>
        <pc:picChg chg="add mod">
          <ac:chgData name="srikanth putnala" userId="93ef7337b24014be" providerId="LiveId" clId="{388DFA50-0E0E-41C6-9946-CCAD3F2CDA05}" dt="2026-01-09T12:33:32.421" v="215" actId="14100"/>
          <ac:picMkLst>
            <pc:docMk/>
            <pc:sldMk cId="4270916917" sldId="341"/>
            <ac:picMk id="4" creationId="{E12F53A3-6B2C-5896-CF2A-211B2B5CFAD6}"/>
          </ac:picMkLst>
        </pc:picChg>
      </pc:sldChg>
      <pc:sldChg chg="addSp delSp modSp mod">
        <pc:chgData name="srikanth putnala" userId="93ef7337b24014be" providerId="LiveId" clId="{388DFA50-0E0E-41C6-9946-CCAD3F2CDA05}" dt="2026-01-30T14:57:14.287" v="937" actId="14100"/>
        <pc:sldMkLst>
          <pc:docMk/>
          <pc:sldMk cId="1630460057" sldId="342"/>
        </pc:sldMkLst>
        <pc:spChg chg="mod">
          <ac:chgData name="srikanth putnala" userId="93ef7337b24014be" providerId="LiveId" clId="{388DFA50-0E0E-41C6-9946-CCAD3F2CDA05}" dt="2026-01-09T13:01:57.823" v="265" actId="1076"/>
          <ac:spMkLst>
            <pc:docMk/>
            <pc:sldMk cId="1630460057" sldId="342"/>
            <ac:spMk id="2" creationId="{53D04A6A-DC16-56A2-D90C-7882A070C9DA}"/>
          </ac:spMkLst>
        </pc:spChg>
        <pc:picChg chg="add mod">
          <ac:chgData name="srikanth putnala" userId="93ef7337b24014be" providerId="LiveId" clId="{388DFA50-0E0E-41C6-9946-CCAD3F2CDA05}" dt="2026-01-30T14:57:14.287" v="937" actId="14100"/>
          <ac:picMkLst>
            <pc:docMk/>
            <pc:sldMk cId="1630460057" sldId="342"/>
            <ac:picMk id="5" creationId="{5DC4499C-E972-A163-665E-21AA8B425758}"/>
          </ac:picMkLst>
        </pc:picChg>
      </pc:sldChg>
      <pc:sldChg chg="modSp del mod">
        <pc:chgData name="srikanth putnala" userId="93ef7337b24014be" providerId="LiveId" clId="{388DFA50-0E0E-41C6-9946-CCAD3F2CDA05}" dt="2026-01-09T13:03:47.705" v="272" actId="47"/>
        <pc:sldMkLst>
          <pc:docMk/>
          <pc:sldMk cId="315463238" sldId="343"/>
        </pc:sldMkLst>
      </pc:sldChg>
      <pc:sldChg chg="del">
        <pc:chgData name="srikanth putnala" userId="93ef7337b24014be" providerId="LiveId" clId="{388DFA50-0E0E-41C6-9946-CCAD3F2CDA05}" dt="2026-01-09T13:03:58.318" v="273" actId="47"/>
        <pc:sldMkLst>
          <pc:docMk/>
          <pc:sldMk cId="202124354" sldId="344"/>
        </pc:sldMkLst>
      </pc:sldChg>
      <pc:sldChg chg="modSp del mod">
        <pc:chgData name="srikanth putnala" userId="93ef7337b24014be" providerId="LiveId" clId="{388DFA50-0E0E-41C6-9946-CCAD3F2CDA05}" dt="2026-01-09T13:03:42.033" v="271" actId="47"/>
        <pc:sldMkLst>
          <pc:docMk/>
          <pc:sldMk cId="1260064574" sldId="345"/>
        </pc:sldMkLst>
      </pc:sldChg>
      <pc:sldChg chg="modSp new mod">
        <pc:chgData name="srikanth putnala" userId="93ef7337b24014be" providerId="LiveId" clId="{388DFA50-0E0E-41C6-9946-CCAD3F2CDA05}" dt="2026-01-09T12:28:30.236" v="202" actId="2710"/>
        <pc:sldMkLst>
          <pc:docMk/>
          <pc:sldMk cId="2021639518" sldId="346"/>
        </pc:sldMkLst>
        <pc:spChg chg="mod">
          <ac:chgData name="srikanth putnala" userId="93ef7337b24014be" providerId="LiveId" clId="{388DFA50-0E0E-41C6-9946-CCAD3F2CDA05}" dt="2026-01-09T12:27:56.879" v="200"/>
          <ac:spMkLst>
            <pc:docMk/>
            <pc:sldMk cId="2021639518" sldId="346"/>
            <ac:spMk id="2" creationId="{D2D2CBA8-342E-FD9C-0BB4-AE27BC942E64}"/>
          </ac:spMkLst>
        </pc:spChg>
        <pc:spChg chg="mod">
          <ac:chgData name="srikanth putnala" userId="93ef7337b24014be" providerId="LiveId" clId="{388DFA50-0E0E-41C6-9946-CCAD3F2CDA05}" dt="2026-01-09T12:28:30.236" v="202" actId="2710"/>
          <ac:spMkLst>
            <pc:docMk/>
            <pc:sldMk cId="2021639518" sldId="346"/>
            <ac:spMk id="3" creationId="{AFE5D331-FF56-4E68-13FF-44B91C00F42B}"/>
          </ac:spMkLst>
        </pc:spChg>
      </pc:sldChg>
      <pc:sldChg chg="addSp delSp modSp new del mod">
        <pc:chgData name="srikanth putnala" userId="93ef7337b24014be" providerId="LiveId" clId="{388DFA50-0E0E-41C6-9946-CCAD3F2CDA05}" dt="2026-01-09T07:10:21.350" v="198" actId="47"/>
        <pc:sldMkLst>
          <pc:docMk/>
          <pc:sldMk cId="2293909923" sldId="346"/>
        </pc:sldMkLst>
      </pc:sldChg>
      <pc:sldChg chg="modSp new mod">
        <pc:chgData name="srikanth putnala" userId="93ef7337b24014be" providerId="LiveId" clId="{388DFA50-0E0E-41C6-9946-CCAD3F2CDA05}" dt="2026-01-09T13:17:36.318" v="450" actId="20577"/>
        <pc:sldMkLst>
          <pc:docMk/>
          <pc:sldMk cId="1711041250" sldId="347"/>
        </pc:sldMkLst>
        <pc:spChg chg="mod">
          <ac:chgData name="srikanth putnala" userId="93ef7337b24014be" providerId="LiveId" clId="{388DFA50-0E0E-41C6-9946-CCAD3F2CDA05}" dt="2026-01-09T12:29:45.882" v="204"/>
          <ac:spMkLst>
            <pc:docMk/>
            <pc:sldMk cId="1711041250" sldId="347"/>
            <ac:spMk id="2" creationId="{DA8C3929-B5A2-7FCB-04E9-40476401DC23}"/>
          </ac:spMkLst>
        </pc:spChg>
        <pc:spChg chg="mod">
          <ac:chgData name="srikanth putnala" userId="93ef7337b24014be" providerId="LiveId" clId="{388DFA50-0E0E-41C6-9946-CCAD3F2CDA05}" dt="2026-01-09T13:17:36.318" v="450" actId="20577"/>
          <ac:spMkLst>
            <pc:docMk/>
            <pc:sldMk cId="1711041250" sldId="347"/>
            <ac:spMk id="3" creationId="{7F651F5E-A679-7666-1215-74265634DD33}"/>
          </ac:spMkLst>
        </pc:spChg>
      </pc:sldChg>
      <pc:sldChg chg="addSp modSp new del">
        <pc:chgData name="srikanth putnala" userId="93ef7337b24014be" providerId="LiveId" clId="{388DFA50-0E0E-41C6-9946-CCAD3F2CDA05}" dt="2026-01-09T12:31:31.289" v="210" actId="47"/>
        <pc:sldMkLst>
          <pc:docMk/>
          <pc:sldMk cId="1844920766" sldId="348"/>
        </pc:sldMkLst>
      </pc:sldChg>
      <pc:sldChg chg="addSp modSp new">
        <pc:chgData name="srikanth putnala" userId="93ef7337b24014be" providerId="LiveId" clId="{388DFA50-0E0E-41C6-9946-CCAD3F2CDA05}" dt="2026-01-09T12:31:46.059" v="212"/>
        <pc:sldMkLst>
          <pc:docMk/>
          <pc:sldMk cId="3702471748" sldId="348"/>
        </pc:sldMkLst>
        <pc:picChg chg="add mod">
          <ac:chgData name="srikanth putnala" userId="93ef7337b24014be" providerId="LiveId" clId="{388DFA50-0E0E-41C6-9946-CCAD3F2CDA05}" dt="2026-01-09T12:31:46.059" v="212"/>
          <ac:picMkLst>
            <pc:docMk/>
            <pc:sldMk cId="3702471748" sldId="348"/>
            <ac:picMk id="2" creationId="{C97964F6-3E7C-0745-F3BC-E37D453940F6}"/>
          </ac:picMkLst>
        </pc:picChg>
      </pc:sldChg>
      <pc:sldChg chg="addSp delSp modSp new del mod">
        <pc:chgData name="srikanth putnala" userId="93ef7337b24014be" providerId="LiveId" clId="{388DFA50-0E0E-41C6-9946-CCAD3F2CDA05}" dt="2026-01-09T14:48:23.662" v="451" actId="47"/>
        <pc:sldMkLst>
          <pc:docMk/>
          <pc:sldMk cId="2303084351" sldId="349"/>
        </pc:sldMkLst>
      </pc:sldChg>
      <pc:sldChg chg="new del">
        <pc:chgData name="srikanth putnala" userId="93ef7337b24014be" providerId="LiveId" clId="{388DFA50-0E0E-41C6-9946-CCAD3F2CDA05}" dt="2026-01-09T13:15:19.914" v="350" actId="47"/>
        <pc:sldMkLst>
          <pc:docMk/>
          <pc:sldMk cId="2179513532" sldId="350"/>
        </pc:sldMkLst>
      </pc:sldChg>
      <pc:sldChg chg="delSp modSp new mod">
        <pc:chgData name="srikanth putnala" userId="93ef7337b24014be" providerId="LiveId" clId="{388DFA50-0E0E-41C6-9946-CCAD3F2CDA05}" dt="2026-01-30T09:50:14.527" v="933" actId="20577"/>
        <pc:sldMkLst>
          <pc:docMk/>
          <pc:sldMk cId="4211264883" sldId="351"/>
        </pc:sldMkLst>
        <pc:spChg chg="mod">
          <ac:chgData name="srikanth putnala" userId="93ef7337b24014be" providerId="LiveId" clId="{388DFA50-0E0E-41C6-9946-CCAD3F2CDA05}" dt="2026-01-09T13:14:47.270" v="345" actId="1076"/>
          <ac:spMkLst>
            <pc:docMk/>
            <pc:sldMk cId="4211264883" sldId="351"/>
            <ac:spMk id="3" creationId="{4AADAD72-F0CE-2100-E715-267A46E9B37A}"/>
          </ac:spMkLst>
        </pc:spChg>
        <pc:spChg chg="mod">
          <ac:chgData name="srikanth putnala" userId="93ef7337b24014be" providerId="LiveId" clId="{388DFA50-0E0E-41C6-9946-CCAD3F2CDA05}" dt="2026-01-30T09:49:37.408" v="918" actId="20577"/>
          <ac:spMkLst>
            <pc:docMk/>
            <pc:sldMk cId="4211264883" sldId="351"/>
            <ac:spMk id="4" creationId="{32D6E3BC-C961-772E-3EC9-4B55AD1E7646}"/>
          </ac:spMkLst>
        </pc:spChg>
        <pc:spChg chg="mod">
          <ac:chgData name="srikanth putnala" userId="93ef7337b24014be" providerId="LiveId" clId="{388DFA50-0E0E-41C6-9946-CCAD3F2CDA05}" dt="2026-01-09T13:14:52.722" v="346" actId="1076"/>
          <ac:spMkLst>
            <pc:docMk/>
            <pc:sldMk cId="4211264883" sldId="351"/>
            <ac:spMk id="5" creationId="{671973AB-73C8-803A-52A1-48743D8B0359}"/>
          </ac:spMkLst>
        </pc:spChg>
        <pc:spChg chg="mod">
          <ac:chgData name="srikanth putnala" userId="93ef7337b24014be" providerId="LiveId" clId="{388DFA50-0E0E-41C6-9946-CCAD3F2CDA05}" dt="2026-01-30T09:50:14.527" v="933" actId="20577"/>
          <ac:spMkLst>
            <pc:docMk/>
            <pc:sldMk cId="4211264883" sldId="351"/>
            <ac:spMk id="6" creationId="{53765094-1421-9189-D96A-0CD472022898}"/>
          </ac:spMkLst>
        </pc:spChg>
      </pc:sldChg>
      <pc:sldChg chg="addSp modSp new mod">
        <pc:chgData name="srikanth putnala" userId="93ef7337b24014be" providerId="LiveId" clId="{388DFA50-0E0E-41C6-9946-CCAD3F2CDA05}" dt="2026-01-09T14:53:36.590" v="490" actId="1076"/>
        <pc:sldMkLst>
          <pc:docMk/>
          <pc:sldMk cId="4066179362" sldId="352"/>
        </pc:sldMkLst>
        <pc:spChg chg="mod">
          <ac:chgData name="srikanth putnala" userId="93ef7337b24014be" providerId="LiveId" clId="{388DFA50-0E0E-41C6-9946-CCAD3F2CDA05}" dt="2026-01-09T14:53:36.590" v="490" actId="1076"/>
          <ac:spMkLst>
            <pc:docMk/>
            <pc:sldMk cId="4066179362" sldId="352"/>
            <ac:spMk id="2" creationId="{EB134791-E402-3F1B-6385-6969AC9CA046}"/>
          </ac:spMkLst>
        </pc:spChg>
        <pc:spChg chg="mod">
          <ac:chgData name="srikanth putnala" userId="93ef7337b24014be" providerId="LiveId" clId="{388DFA50-0E0E-41C6-9946-CCAD3F2CDA05}" dt="2026-01-09T14:53:30.013" v="489" actId="255"/>
          <ac:spMkLst>
            <pc:docMk/>
            <pc:sldMk cId="4066179362" sldId="352"/>
            <ac:spMk id="3" creationId="{99FF8704-E31A-E0B8-E14B-C4024806CFFF}"/>
          </ac:spMkLst>
        </pc:spChg>
      </pc:sldChg>
      <pc:sldChg chg="addSp modSp new mod">
        <pc:chgData name="srikanth putnala" userId="93ef7337b24014be" providerId="LiveId" clId="{388DFA50-0E0E-41C6-9946-CCAD3F2CDA05}" dt="2026-02-04T04:29:09.795" v="998" actId="27636"/>
        <pc:sldMkLst>
          <pc:docMk/>
          <pc:sldMk cId="2629437429" sldId="353"/>
        </pc:sldMkLst>
        <pc:spChg chg="mod">
          <ac:chgData name="srikanth putnala" userId="93ef7337b24014be" providerId="LiveId" clId="{388DFA50-0E0E-41C6-9946-CCAD3F2CDA05}" dt="2026-01-09T15:10:42.222" v="837" actId="207"/>
          <ac:spMkLst>
            <pc:docMk/>
            <pc:sldMk cId="2629437429" sldId="353"/>
            <ac:spMk id="2" creationId="{BBF20449-E37F-19D5-1112-67B35E8EFEDC}"/>
          </ac:spMkLst>
        </pc:spChg>
        <pc:spChg chg="mod">
          <ac:chgData name="srikanth putnala" userId="93ef7337b24014be" providerId="LiveId" clId="{388DFA50-0E0E-41C6-9946-CCAD3F2CDA05}" dt="2026-02-04T04:29:09.795" v="998" actId="27636"/>
          <ac:spMkLst>
            <pc:docMk/>
            <pc:sldMk cId="2629437429" sldId="353"/>
            <ac:spMk id="3" creationId="{47916FDD-E952-BFF3-F16D-B77178C13F65}"/>
          </ac:spMkLst>
        </pc:spChg>
      </pc:sldChg>
      <pc:sldChg chg="addSp delSp modSp new mod">
        <pc:chgData name="srikanth putnala" userId="93ef7337b24014be" providerId="LiveId" clId="{388DFA50-0E0E-41C6-9946-CCAD3F2CDA05}" dt="2026-02-04T04:41:19.932" v="1005"/>
        <pc:sldMkLst>
          <pc:docMk/>
          <pc:sldMk cId="3598968650" sldId="354"/>
        </pc:sldMkLst>
        <pc:spChg chg="mod">
          <ac:chgData name="srikanth putnala" userId="93ef7337b24014be" providerId="LiveId" clId="{388DFA50-0E0E-41C6-9946-CCAD3F2CDA05}" dt="2026-01-09T15:27:00.346" v="860" actId="14100"/>
          <ac:spMkLst>
            <pc:docMk/>
            <pc:sldMk cId="3598968650" sldId="354"/>
            <ac:spMk id="2" creationId="{359F30E6-6967-9DF6-DBA5-448643D678B4}"/>
          </ac:spMkLst>
        </pc:spChg>
        <pc:spChg chg="add">
          <ac:chgData name="srikanth putnala" userId="93ef7337b24014be" providerId="LiveId" clId="{388DFA50-0E0E-41C6-9946-CCAD3F2CDA05}" dt="2026-02-04T04:40:55.980" v="1003"/>
          <ac:spMkLst>
            <pc:docMk/>
            <pc:sldMk cId="3598968650" sldId="354"/>
            <ac:spMk id="3" creationId="{EA69FE18-D116-6172-EC94-F2BE6F2041C8}"/>
          </ac:spMkLst>
        </pc:spChg>
        <pc:spChg chg="add mod">
          <ac:chgData name="srikanth putnala" userId="93ef7337b24014be" providerId="LiveId" clId="{388DFA50-0E0E-41C6-9946-CCAD3F2CDA05}" dt="2026-02-04T04:41:19.932" v="1005"/>
          <ac:spMkLst>
            <pc:docMk/>
            <pc:sldMk cId="3598968650" sldId="354"/>
            <ac:spMk id="4" creationId="{014C9E97-D007-512B-521B-2AD090137B34}"/>
          </ac:spMkLst>
        </pc:spChg>
      </pc:sldChg>
      <pc:sldChg chg="delSp modSp new del mod">
        <pc:chgData name="srikanth putnala" userId="93ef7337b24014be" providerId="LiveId" clId="{388DFA50-0E0E-41C6-9946-CCAD3F2CDA05}" dt="2026-01-09T15:24:46.405" v="849" actId="47"/>
        <pc:sldMkLst>
          <pc:docMk/>
          <pc:sldMk cId="3697187631" sldId="354"/>
        </pc:sldMkLst>
      </pc:sldChg>
      <pc:sldChg chg="addSp delSp modSp new mod">
        <pc:chgData name="srikanth putnala" userId="93ef7337b24014be" providerId="LiveId" clId="{388DFA50-0E0E-41C6-9946-CCAD3F2CDA05}" dt="2026-02-04T04:36:22.451" v="1001" actId="20577"/>
        <pc:sldMkLst>
          <pc:docMk/>
          <pc:sldMk cId="3016392046" sldId="355"/>
        </pc:sldMkLst>
        <pc:spChg chg="mod">
          <ac:chgData name="srikanth putnala" userId="93ef7337b24014be" providerId="LiveId" clId="{388DFA50-0E0E-41C6-9946-CCAD3F2CDA05}" dt="2026-01-30T14:03:48.337" v="934" actId="1076"/>
          <ac:spMkLst>
            <pc:docMk/>
            <pc:sldMk cId="3016392046" sldId="355"/>
            <ac:spMk id="2" creationId="{89AF5541-F871-19A8-ED02-7D95395A6CB3}"/>
          </ac:spMkLst>
        </pc:spChg>
        <pc:spChg chg="add mod">
          <ac:chgData name="srikanth putnala" userId="93ef7337b24014be" providerId="LiveId" clId="{388DFA50-0E0E-41C6-9946-CCAD3F2CDA05}" dt="2026-02-04T04:36:22.451" v="1001" actId="20577"/>
          <ac:spMkLst>
            <pc:docMk/>
            <pc:sldMk cId="3016392046" sldId="355"/>
            <ac:spMk id="4" creationId="{35978502-7B71-68A6-607E-FB6C5B6088DF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34.9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204 440 24575,'615'0'0,"430"0"-37,-1028-1 53,-1-1-1,32-7 0,-30 5-18,0 1 0,23-2 0,-12 4 3,12 1 0,77-12 0,15-2 0,-23 4 0,133-14 0,-191 19 0,-1 2 0,57 4 0,59-3 0,-91-10 0,-48 7 0,43-2 0,-126 11-223,-77 14 1,34-3-186,-995 191-2838,1057-198 3866,22-6 14,0 1 1,0 0-1,1 1 1,-25 10-1,69-9-327,105-10-643,205-34-1,-168 16 194,61-6 143,-218 27 204,0 0 0,0-2 0,16-5 0,-79 3-204,-217 9-2299,-290 41 0,-46 53 395,305-45 1908,-358 53-1760,406-55 1915,171-29 4282,309-118-1464,-37 13-4953,71-13-1137,337-76 0,614-70 999,-1059 221 2380,10-1 905,217-58 0,-289 50 889,-75 25-3926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2T06:24:46.79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7060 952 24575,'-27'-10'0,"4"1"0,-63 0 0,17 3 0,-103-22 0,-305-22-131,4 44-498,290 7 601,112 2 28,0 2 0,0 4 0,1 3 0,-91 27 0,-262 117 0,323-108 159,-99 65 0,168-95 225,-13 12-328,41-28-53,0 0-1,1 0 1,-1 0-1,0 1 1,1-1-1,0 1 1,-1 0-1,1 0 1,0 0-1,1 0 1,-4 7-1,5-10-2,0 1 0,0 0 0,0 0 0,0 0 0,0 0 0,1-1 0,-1 1 0,0 0 0,1 0 0,-1 0 0,0-1 0,1 1 0,-1 0 0,1 0 0,-1-1 0,1 1 0,-1 0 0,1-1 0,0 1 0,-1-1 0,1 1 0,0-1 0,-1 1 0,1-1 0,0 1 0,0-1 0,-1 0 0,1 0 0,1 1 0,27 8 0,-29-9 0,43 7-341,0-2-1,57-1 0,-20-1-200,1156 11-7243,-416-71 4175,-1-34 899,-418 45 2154,1574-211 459,-1703 215 390,212-37 425,-152 9 5616,-365 84-4539,21-9-1724,-84 35 1636,-375 147-1381,-21-4-3123,-189 67-965,-436 119 1480,-242 87-165,956-316 2797,-248 93 1026,20 41-328,626-272-993,-21 11 629,0 1 0,1 1-1,-25 22 1508,65-43-1487,24-13-87,183-109-426,395-211-3165,-56 91 354,72 22 3246,-619 222-640,1703-498-1826,54 124 210,-678 190 3867,-1070 184-1939,127-28 3260,-201 38 375,18 4-2781,0 2 1,1 2-1,-56 31 1,-12 6 489,71-37-1641,17-8 0,-1 0 0,0-1 0,0 0 0,0-1 0,-16 3 0,-1415 170-8821,716-97 5306,-81 1 1554,-307 39 2534,1024-108 277,25-4 1562,-101 24-1,230-54 486,65-34-1,-58 24-2043,240-100-4460,505-143 0,69 99 1893,-621 132 1816,-255 43-97,230-48 2972,-310 72-553,-73 35 0,-83 48-3768,67-30 288,-921 381-5737,611-274 5895,-188 75 744,543-211 548,17-8 2054,-121 66-1,142-61 2541,93-43-4057,18-4-53,43-18-876,-1-4 0,139-67 0,-126 52-141,120-39 1,-192 74 138,-8 4 0,0 0 0,-1-1 0,0 0 0,1 0 0,-1 0 0,0-1 0,0 0 0,0-1 0,0 1 0,6-6 0,-13 8 14,1 1 1,0-1 0,-1 1 0,1-1 0,-1 1 0,1-1 0,-1 1-1,1-1 1,-1 1 0,0 0 0,1-1 0,-1 1 0,1 0 0,-1-1-1,0 1 1,1 0 0,-1 0 0,0 0 0,1 0 0,-1-1-1,0 1 1,1 0 0,-1 0 0,0 0 0,1 0 0,-1 0 0,0 1-1,-24-3 402,-548 1-2420,262 3 1203,208 0 561,-112-4-280,214 2 549,0 0 0,1 0 0,-1 0-1,0 0 1,0 0 0,0-1 0,0 1 0,0 0 0,0 0-1,0-1 1,0 1 0,0 0 0,0-1 0,0 1 0,0-1 0,1 1-1,-1-1 1,0 0 0,0 1 0,1-1 0,-1 0 0,0 1-1,0-2 1,1 1 18,0-1 0,-1 1 0,1 0-1,0 0 1,0 0 0,0 0 0,1 0-1,-1 0 1,0 0 0,0 0 0,1 0-1,-1 0 1,0 0 0,1 0 0,-1 0-1,1 0 1,-1 0 0,2 0 0,4-8 347,1 0 0,0 1 0,13-10 0,-13 11-184,33-30-111,80-57 0,-117 92-99,0 0 0,0 0 0,-1 0 0,1 0 0,-1-1 0,0 1 0,1-1 0,-1 1 0,2-5 0,-4 7 0,0 0 0,0-1 0,0 1 0,0-1 0,1 1 0,-1 0 0,0-1 0,0 1 0,0-1 0,0 1 0,0-1 0,0 1 0,0-1 0,0 1 0,0 0 0,-1-1 0,1 1 0,0-1 0,0 1 0,0-1 0,0 1 0,-1 0 0,1-1 0,0 1 0,0 0 0,-1-1 0,1 1 0,-1-1 0,-1 0 0,1 0 0,0 0 0,-1 1 0,1-1 0,-1 0 0,1 1 0,-1 0 0,1-1 0,-1 1 0,1 0 0,-3-1 0,-30-1-83,0 1 0,-1 1 1,1 2-1,-35 7 0,-134 32-389,184-37 467,-61 15-32,-133 27 133,224-48 86,0-2 0,-1 0 0,0 0 0,20-11 0,54-36-485,-30 18-335,347-180 256,-196 112 292,-188 89 40,-17 11 63,0 1 1,0 0-1,0 0 1,-1-1-1,1 1 0,0 0 1,0 0-1,-1 0 0,1-1 1,0 1-1,0 0 1,-1 0-1,1 0 0,0 0 1,-1-1-1,1 1 1,0 0-1,-1 0 0,1 0 1,0 0-1,-1 0 1,1 0-1,0 0 0,-1 0 1,1 0-1,0 0 1,-1 0-1,1 0 0,0 0 1,-1 0-1,1 1 1,-43 5 820,-12 12-776,-101 47 1,60-22-54,-116 50-5,209-93 0,6-4 0,14-13 0,28-20 0,11-5 0,87-85 0,-142 127 0,0-1 0,-1 1 0,1 0 0,-1-1 0,1 1 0,-1 0 0,1-1 0,-1 1 0,1-1 0,-1 1 0,0-1 0,1 1 0,-1-1 0,0 1 0,1-1 0,-1 0 0,0 1 0,0-1 0,1 1 0,-1-1 0,0 0 0,0 1 0,0-1 0,0 0 0,0 1 0,0-1 0,0 0 0,0 1 0,0-1 0,0 1 0,0-1 0,-1-1 0,-17-4 0,-5-1 0,23 7 0,-1-1 0,0 1 0,1 0 0,-1-1 0,1 1 0,0-1 0,-1 1 0,1-1 0,-1 0 0,1 1 0,0-1 0,-1 1 0,1-1 0,0 1 0,0-1 0,0 0 0,-1 1 0,1-1 0,0 0 0,0 1 0,0-1 0,0 0 0,0 1 0,0-1 0,0 0 0,0 1 0,0-1 0,0 0 0,1 1 0,-1-1 0,0 1 0,1-2 0,1-2 0,0-1 0,1 1 0,-1-1 0,1 1 0,0 0 0,0 0 0,1 0 0,7-6 0,37-29 0,-34 29 0,106-77-624,138-75 0,-83 56 514,-167 99 313,-14 7 248,-18 8 234,-646 283-2397,269-120 912,-292 117 800,408-170-332,-58 25-118,301-125 478,12-5 772,-1 1 0,-31 21-1,62-35-783,0 0 0,0 0 0,-1 0 0,1 0 0,0 0 0,0 0-1,0 0 1,-1 0 0,1 0 0,0 0 0,0 0 0,0 0 0,0 0-1,-1 0 1,1 0 0,0 0 0,0 0 0,0 0 0,0 1 0,-1-1-1,1 0 1,0 0 0,0 0 0,0 0 0,0 0 0,0 0 0,0 1-1,-1-1 1,1 0 0,0 0 0,0 0 0,0 0 0,0 1 0,0-1-1,0 0 1,0 0 0,0 0 0,0 1 0,0-1 0,0 0 0,0 0-1,0 0 1,0 1 0,0-1 0,0 0 0,0 0 0,0 0 0,0 0-1,0 1 1,0-1 0,13-1 125,23-10-205,194-90-1230,100-39-1352,1141-298-1409,-1470 438 4046,605-150-1101,-543 126 1651,-49 17 113,1 1 0,1 1 0,-1 0 0,1 1 0,19 8 2070,-35-4-2674,-14 15 779,-31 19 100,-70 42 0,70-48-1008,-81 66 0,2 0 79,82-64 0,-56 50 0,80-65 0,-1-1 0,0-1 0,-27 15 0,8-6 0,-108 55 0,60-35 0,19-7 0,-130 49 0,288-82 0,591-95-783,-410 48 587,112-27 1175,-466 74-979,-27 18-841,-205 65 0,84-19-421,16-13 1262,-215 56 0,265-72-234,13-4 21,135-27 422,16-6-202,0 0 1,0 0 0,0 0 0,0 0 0,0 0-1,0 0 1,0 0 0,0 0 0,0 0 0,0 0-1,-1 0 1,1 0 0,0 0 8,0 1-1,0-1-7,0 0 0,0 0 0,0 0-1,0 0 1,0 0 0,0 0 0,0 0 0,0 0-1,0 0 1,0 0 0,0 0 0,0 1 0,0-1-1,0 0 1,0 0 0,0 0 0,0 0 0,0 0-1,0 0 1,0 0 0,0 0 0,0 0 0,0 0-1,0 1 1,0-1 0,0 0 0,0 0 0,0 0-1,0 0 1,0 0 0,0 0 0,0 0 23,0 0-23,0 0 0,0 0-1,1 1 1,-1-1 0,0 0 0,0 0 0,0 0-1,0 0 1,0 0 0,0 0 0,0 0 0,29-1 1190,147-42-980,-52 10-400,548-109-1481,-413 90 1275,589-79-1487,-495 84 1382,446-17 493,-412 43-547,90-2-204,-281 11 1560,-9 1 1573,20 0-1849,8-1 615,34 0-1099,15 0-59,-116 0 1105,4 0 57,-243 17-1653,-113 21-1,134-15-142,-699 115-4657,236-35 2199,-311 52 2782,327-46-448,175-25 4154,274-63-1357,51-8-1062,0 1 1,0 1-1,-33 11 1469,59-14-2015,19-6-457,125-54-319,70-23-1706,739-151-4501,17 87 4486,-233 57 2093,-293 37-235,-443 51 290,66-7 2141,136-1 1,-230 11-1493,-1 2 0,1-1 1,0 2-1,1 1 1,-1 0-1,-21 10 0,-1-1-76,-58 17-917,-1152 350-3737,512-153 3209,669-208 1378,46-14-61,0 1 0,0 1-1,-40 24 1817,81-38-1303,90-54-397,-13 5-1597,108-41-748,319-103 1,231-22-1524,-701 206 3215,742-180 1542,-773 188 282,-35 6-267,-35 2 37,-29 6-1732,-114 23 0,-75 35-2310,61-14 953,-768 150-3999,-167 38 3939,855-177 1967,-58 15 3248,202-40 3793,204-48-6286,138-49-1667,401-97-2237,601-11-878,-1026 148 7138,-250 63-152,-102 36-4048,-90 42 31,92-42 422,-44 24 841,202-93 276,29-12-645,30-12-261,381-123-608,-380 125 641,-3-1 0,1 3 0,64-8 0,-392 21-386,87-4-941,-442 47-1944,3 40 2581,-270 30-254,864-112 1306,26-3 252,0 0 1,1 2-1,-1 0 0,-28 9 0,114-22 3066,686-106-6326,7 33-2657,48-5 2137,280-37 3082,-973 117 979,-57 5 1185,100-19 1,-275 36 2834,-372 123-6591,384-105 1919,-153 54-243,-104 31 0,-59 21-906,348-112 700,-4 4 148,42-15 1020,-46 12-1,70-25-716,9-6 61,16-11 374,28-16 143,1 6-823,-33 20 0,-1-1 0,0 1 0,0-2 0,0 0 0,-1 0 0,11-11 0,-19 18 0,-1 0 0,0-1 0,0 1 0,0 0 0,0 0 0,0 0 0,0-1 0,1 1 0,-1 0 0,0 0 0,0-1 0,0 1 0,0 0 0,0 0 0,0-1 0,0 1 0,0 0 0,0 0 0,0-1 0,0 1 0,0 0 0,0 0 0,-1-1 0,1 1 0,0 0 0,0 0 0,0 0 0,0-1 0,0 1 0,0 0 0,0 0 0,-1 0 0,1-1 0,0 1 0,0 0 0,0 0 0,-1 0 0,1 0 0,0-1 0,0 1 0,0 0 0,-1 0 0,1 0 0,0 0 0,0 0 0,-1 0 0,1 0 0,0 0 0,0 0 0,-1 0 0,1 0 0,0 0 0,0 0 0,-1 0 0,1 0 0,0 0 0,-19-2 0,18 2 0,-382 0 0,162 2 0,192-2 0,0-1 0,-1 1 0,1 1 0,-1 2 0,1 1 0,-57 15 0,43-7 0,0-3 0,0-1 0,-84 4 0,61-7 0,-14 6 0,-21 1 0,623-15-3043,-272 5 1674,219-1-1789,540-3-849,0-58 3036,-676 33 198,25 2 676,728-71 141,-88-27 3987,-886 108-3029,263-44 6374,-339 51-7005,60-17 223,-108 22-594,-14 1 0,-829-21-5007,-137 0-1449,642 21 6239,-673 4 401,3 40-1607,283-11 1886,725-31-432,-194 8 832,74 4 2830,339-44 769,117-15-4767,736-37-3661,5 32-727,-837 42 4470,1056-74-404,-323-32 2970,-891 106-1137,-16 3 1631,64-16 1,-170 21 111,-33 3-2924,-441 4-3329,-2 28-54,-457 109 1446,608-76 1870,-499 100 402,837-157 245,-189 30 4233,239-49-4143,14-9-24,105-51-1014,2 4 1,194-65 0,288-46-2063,-445 133 2086,410-97 413,133-36-1650,-703 175 1561,381-98 5648,-423 106-4682,-30 17-919,-87 44 1,37-14-228,-349 129-790,-80 36-260,428-168 1049,-192 97-1425,212-92 1843,-88 49 4478,168-96-4599,14-8-120,0 0-1,0 0 0,0 0 0,0 0 1,0 0-1,0 0 0,0 0 1,1 0-1,-1 0 0,0 0 1,0 0-1,0 0 0,0 0 0,0 0 1,0 0-1,0 0 0,0 0 1,0 1-1,0-1 0,0 0 1,0 0-1,0 0 0,0 0 0,0 0 1,0 0-1,1 0 0,-1 0 1,0 0-1,0 0 0,0 0 1,0 0-1,0 0 0,0 0 0,0 0 1,0 0-1,0 0 0,0 1 1,0-1-1,0 0 0,0 0 1,0 0-1,0 0 0,0 0 0,0 0 1,0 0-1,0 0 0,0 0 1,0 0-1,0 0 0,0 0 1,0 0-1,0 0 0,0 0 0,-1 1 1,1-1-1,0 0 0,0 0 1,0 0-1,0 0 0,0 0 1,0 0-1,0 0 0,0 0 0,27-7-11,182-80-815,-84 33 129,173-50-1,-245 90 791,291-86-672,-310 85 1319,-28 8-42,-24 4-69,-37 6-788,1 3 0,1 3 0,-100 28 0,123-29-56,-518 138-2253,-216 56 2436,423-113-1418,306-80 2834,-1 2 1,-49 26 934,94-36-2002,13-3-281,205-69-948,-98 27-262,206-47-720,417-58 0,339-2-752,-346 60 1908,-635 73 2266,-23 5 4296,-115 14-5156,0 2 0,-29 6 0,-115 34-2074,123-30 1081,-237 69-1769,-174 45-465,-465 123 1719,814-219-5,-172 59 1093,99-22 3679,158-51-1050,40-21-2099,245-97-1704,157-54-2075,605-149-1039,-555 152 2803,-161 36 3561,-263 100-358,-93 12 1966,-396 39-4504,4 30-2774,-664 149 620,1092-211 2622,-651 156 774,592-134 324,45-14 640,0-2 1,-47 9 0,130-32-1423,-1-2 1,69-31-1,-3 1-1395,813-230-1876,-824 250 3209,335-85-3066,-257 57 4471,-159 41 618,-28 13-2149,-10-3 723,-18 1 2,-94 5-794,-148 23 0,162-13-625,-842 106-5516,309-36 2928,-497 101 4126,1004-155 2242,151-40-2175,27-15 52,79-47 1216,171-88-1016,-87 75-2351,324-89 1,238-5 2932,-809 179-162,36 1-1619,-1007 9-4371,2 35-20,867-36 3862,-173 18 2824,302-21-559,36-7-499,26-9 232,65-25 0,-25 7-687,333-83-4391,477-61-1,-268 91 1564,-106 16 1132,-463 57 804,302-38 393,-105 32 5715,-289 16-4353,-186 10 1623,-112 22-3982,-44 3-1685,80-18 1087,-510 48-842,718-55 1637,-338 55 849,269-26 4058,193-39-1429,359-61-4131,-181 20-421,698-52-4098,6 62 2385,-703 25 3450,1074-3-674,-860 18 6869,-432-10-6297,-31 15 1506,10-8-1010,-323 128 3114,-479 192-5738,582-238 808,-77 24 967,16-11 5492,296-99-5122,-3 1-40,0 0-1,0-1 0,0 0 1,0-1-1,-16 3 0,24-5-8,1 0 0,0 0 0,0 0 0,-1 0 0,1 0 0,0 0 0,0-1 0,-1 1 0,1 0 0,0 0 0,0 0 0,0 0 0,-1 0 0,1-1 0,0 1 0,0 0 0,0 0 0,0 0 0,-1-1 0,1 1 0,0 0 0,0 0 0,0 0 0,0-1 0,0 1 0,0 0 0,0 0 0,-1-1 0,1 1 0,0 0 0,0 0 0,0-1 0,0 1 0,0 0 0,0 0 0,0-1 0,0 1 0,1 0 0,-1 0 0,0-1 0,0 1 0,0 0 0,0 0 0,0-1 0,0 1 0,0 0 0,0 0 0,1 0 0,-1-1 0,0 1 0,0 0 0,0 0 0,1 0 0,-1 0 0,0-1 0,0 1 0,0 0 0,1 0 0,-1 0 0,0 0 0,13-14 0,137-126 0,-135 119 0,-14 20 0,-1 1 0,0-1 0,0 0 0,0 0 0,0 1 0,1-1 0,-1 0 0,0 1 0,0-1 0,0 0 0,0 1 0,-1-1 0,1 0 0,0 1 0,0-1 0,0 0 0,-1 1 0,1-1 0,0 0 0,0 1 0,-1-1 0,-2-1 0,1 0 0,0 0 0,-1 0 0,1 1 0,-1-1 0,0 1 0,0 0 0,0-1 0,1 2 0,-1-1 0,0 0 0,0 0 0,-3 1 0,-60-10-597,0 3-1,-82 2 1,32 2-345,-891-19-5879,335 26 5296,341 12 1868,-559 99 0,752-85 2712,158-45-1089,328-163 1184,-114 73-5822,390-115 0,478-106 1542,-1078 319 1218,-7 3 569,0-2-1,28-17 1392,-45 23-2022,-11-6 701,-18 0 78,-313-15 120,205 16-1640,-1112-27-5737,-2 31 2115,604 3 2520,-808 29 1526,5 79 285,588-10-2,9 29 48,46 66 822,476-76 2984,328-118-3770,-23 14 1774,35-12-827,197-2 2841,-100-4-3093,2104 0-10603,-1210 4 9429,-141 27-154,-454-11 700,366 20 1935,-538-25-234,-90-1 32,93 2 6227,-431-11-7475,-111 4-3216,-1309 10-6145,1081-18 6653,-2106-91-723,2380 74 2821,-1315-92 431,1395 102 65,-178-15 3349,355 23-3715,0 1 1,0 0-1,0-1 1,0 0-1,0 0 1,0 0-1,0 0 1,0 0-1,1-1 1,-1 1-1,-3-3 1,6 3-104,-1 1 0,1 0 0,-1-1 0,1 1 0,0-1 1,-1 1-1,1-1 0,0 1 0,0-1 0,-1 1 0,1-1 0,0 1 0,0-1 1,0 1-1,0-1 0,0 1 0,0-1 0,0 1 0,0-1 0,0 1 0,0-1 0,0 1 1,0-1-1,0 1 0,0-1 0,1-1 25,0 1 0,-1 0-1,1-1 1,0 1 0,0 0 0,0 0-1,0 0 1,0 0 0,1 0 0,-1 0 0,0 0-1,0 0 1,2-1 0,38-19 975,1 2-1,1 1 1,78-20 0,-61 19-324,904-216-5463,191 75 935,-422 68 3223,-205 39 5555,-488 51-3987,0 1 1849,70-11 1,-97 10-2806,0 1 0,0 0 0,0 1 1,0 0-1,0 1 0,0 0 0,19 5 1,7 5-27,41 16 1,-14-3-16,-21-10-3,287 79-638,-81-38 487,19 4 200,-264-58-16,26 5 252,-23-1-75,-17 1-4,-26 2-143,0-1 1,-57 2-1,62-6-55,-251 29-212,-177 14-236,293-35 687,-90 3 214,231-14-786,0 2 0,0 0-1,-26 7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13302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569D2-908B-4147-AB26-EF9ACDA04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60F768-4479-A780-FC78-8C249520E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ACCA5D-4F56-BC5A-1243-198083E56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7CC02-20B9-F18F-6408-ECD5F8D6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16A70-D690-87EE-8DFD-B5CFEF587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6165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3A5EF-1792-3E1A-F438-B06CC0C99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9A99-09FC-596C-74DA-D153C8CC4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5060-0330-9B0C-78C9-1CC873FD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58DDAF-4E87-1BF0-A2A9-834D9ACB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4ACF74-5758-00CA-A838-BBF11CF8B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70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7A3BD-715F-0085-B308-86E7B417F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B0CB06-7B43-10EC-D51C-AAD931C16A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B6162-4374-4196-7102-23A63E9C7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95E51-DE11-F769-A8C4-C0AE1A8C3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41F02-A178-5B51-943E-C76C188D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613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454D9-2EBB-6C7D-6BBB-81EABD62D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11B8C-71EC-5F39-53C5-C4EC872AFB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95B101-C7C0-9A7B-02F5-32D0442672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7B7994-46D7-8ACD-72C7-DEDB0BAC1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1E2D4-EEA5-3A69-135C-D6B418B1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77923-32CF-D9AE-A3C0-28FA48EE9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164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DC879-187B-B160-1A33-53684E6CE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05F95-E239-E2B5-A8B9-72B2EC316F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A0580-3F8A-030D-CE10-352B097722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CFC2F5-2B2F-B328-1637-5EA7069037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F1BDD-5F76-E516-ED79-C2C22BE6D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5F9273E-1E86-B87F-0A0D-DD6CF61F2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FC342-A3DC-902B-B35A-C76CA6F97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23EDB-10BE-0029-4E6A-70FF3F17D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3997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87EDF-ABFB-3537-4D94-FC2134E3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489AD76-CDF6-CB64-263E-FC2DF517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5F6FC1-2860-1C5B-E993-C05DFFF2F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E76ABA-63A5-DD7A-7ECB-3FFCAFC6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52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D7F0D5-B0A8-E8AC-855D-47197C889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E22CD2-D331-F228-5AB8-8262CFF24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616FE-BF8D-B23B-9A25-67817929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638964" y="6476134"/>
            <a:ext cx="2743200" cy="365125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9499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814A-A74E-DB4A-F404-AC2A6569D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582BF2-3709-30BF-E3AB-8C1228909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15C67-716D-9728-1D7B-82A8EA65B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6AB042-9713-F942-40A5-8A9D9B719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314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7F326-B757-EB7B-5741-C5DE9AA6C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8FD31-D20E-3798-5823-885D984E59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9BD314-BEF2-6854-C404-D71EED0286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E9C16F-813F-8CE2-E258-D4F49BAFB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04525-E705-74F1-22DA-2B0B8EF3E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8B6FC8-36D4-3A1E-CF0B-A8F1A8FAC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2539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A2173-D264-DC40-8338-010D2335A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84A323-E3EB-2A85-C55F-5AC82F9060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E3C8BE-7CA6-8F47-4D46-9220E0A00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AE453-D113-E53E-22BC-0D6DAA315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5BBAA-D382-E5A5-DD06-EBF1B5491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452B2-5A0F-9401-1961-F1B2DFC3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9051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9ADC0-AC1D-FE24-A225-63AF828D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865163-764F-BEC9-B6BC-77F20DDAF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1ABE00-14E4-903C-17A6-B3327850A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8BDAB-3183-1174-7434-6C094E08F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067385-DD6D-3612-8904-676D3C8CE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76189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C2CA6-048C-16AC-4A96-8401F38393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0B2BFE-E5CA-27F9-70F2-97518C144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54A6-6858-26CD-377C-2CC34029E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FAB0F6-BB14-1B3F-E51F-433C28AE8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F26A5-E5B1-5BE7-5EC5-F33D10414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066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FC95C7-2AD1-C901-23DC-A9A0A797A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A4737-E869-541D-5BD8-24DB5F36B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8A3A9-1581-9F6B-9F01-EA244B303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B041A-72FF-0729-CCAA-0722A8B5BB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1373-5258-7DF3-3F6E-2715214B2D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Google Shape;24;p9">
            <a:extLst>
              <a:ext uri="{FF2B5EF4-FFF2-40B4-BE49-F238E27FC236}">
                <a16:creationId xmlns:a16="http://schemas.microsoft.com/office/drawing/2014/main" id="{F11995A8-24B1-57C0-82A6-EDB85E977638}"/>
              </a:ext>
            </a:extLst>
          </p:cNvPr>
          <p:cNvSpPr txBox="1">
            <a:spLocks/>
          </p:cNvSpPr>
          <p:nvPr userDrawn="1"/>
        </p:nvSpPr>
        <p:spPr>
          <a:xfrm>
            <a:off x="8778181" y="624537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marR="0" lvl="0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kern="120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2" name="Google Shape;25;p9">
            <a:extLst>
              <a:ext uri="{FF2B5EF4-FFF2-40B4-BE49-F238E27FC236}">
                <a16:creationId xmlns:a16="http://schemas.microsoft.com/office/drawing/2014/main" id="{C6C557B5-6B9F-2F75-2DE8-2B6D03350AF4}"/>
              </a:ext>
            </a:extLst>
          </p:cNvPr>
          <p:cNvPicPr preferRelativeResize="0"/>
          <p:nvPr userDrawn="1"/>
        </p:nvPicPr>
        <p:blipFill rotWithShape="1">
          <a:blip r:embed="rId14">
            <a:alphaModFix/>
          </a:blip>
          <a:srcRect/>
          <a:stretch/>
        </p:blipFill>
        <p:spPr>
          <a:xfrm>
            <a:off x="8778181" y="607400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7409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4" r:id="rId8"/>
    <p:sldLayoutId id="2147483680" r:id="rId9"/>
    <p:sldLayoutId id="2147483681" r:id="rId10"/>
    <p:sldLayoutId id="2147483682" r:id="rId11"/>
    <p:sldLayoutId id="214748368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inkedin.com/in/putnala-sridhar-067077370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87477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829733" y="3726950"/>
            <a:ext cx="971755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US" sz="3200" b="1" i="1" dirty="0">
                <a:solidFill>
                  <a:srgbClr val="FF0000"/>
                </a:solidFill>
              </a:rPr>
              <a:t>Exploratory Data Analysis on Washing Machine Market</a:t>
            </a:r>
            <a:endParaRPr lang="en-US" sz="32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8C3882-6F42-D0A4-9022-D3BE52284815}"/>
              </a:ext>
            </a:extLst>
          </p:cNvPr>
          <p:cNvSpPr txBox="1"/>
          <p:nvPr/>
        </p:nvSpPr>
        <p:spPr>
          <a:xfrm>
            <a:off x="8509137" y="4645857"/>
            <a:ext cx="2526890" cy="2191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Sridhar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450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Innomatics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Dilsuknagar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14:cNvPr>
              <p14:cNvContentPartPr/>
              <p14:nvPr/>
            </p14:nvContentPartPr>
            <p14:xfrm>
              <a:off x="4632662" y="3197292"/>
              <a:ext cx="1207080" cy="308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806F1D4-D02B-9324-62FE-2B6061C02CF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70022" y="3134292"/>
                <a:ext cx="13327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14:cNvPr>
              <p14:cNvContentPartPr/>
              <p14:nvPr/>
            </p14:nvContentPartPr>
            <p14:xfrm>
              <a:off x="3087704" y="2819472"/>
              <a:ext cx="5057640" cy="1064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84DEA4-4124-EABD-3695-B6662F420A9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24704" y="2756472"/>
                <a:ext cx="5183280" cy="11901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7B6EEB9-E88F-DA76-5192-6D79196E3067}"/>
              </a:ext>
            </a:extLst>
          </p:cNvPr>
          <p:cNvSpPr txBox="1"/>
          <p:nvPr/>
        </p:nvSpPr>
        <p:spPr>
          <a:xfrm>
            <a:off x="4269995" y="3090122"/>
            <a:ext cx="36520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2CBA8-342E-FD9C-0BB4-AE27BC94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5D331-FF56-4E68-13FF-44B91C00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PUTNALA SRIDHAR 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Completed  my graduation in the stream of  B.sc (MSDS) and Degree from Govt degree college of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khairatabad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14300" indent="0">
              <a:lnSpc>
                <a:spcPct val="200000"/>
              </a:lnSpc>
              <a:buNone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https://www.linkedin.com/in/putnala-sridhar-067077370/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1639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C3929-B5A2-7FCB-04E9-40476401D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51F5E-A679-7666-1215-74265634D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3775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Problem Statement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Overview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Preparation &amp; Cleaning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EDA Visualizations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 &amp; Future Scope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 &amp; Recommendations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</a:pP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711041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F1269-DD03-CEB4-ACBB-D6491205A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0E89A-F670-B469-4F01-88308AA47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washing machine market is highly competitive with multiple brands and product types.</a:t>
            </a:r>
          </a:p>
          <a:p>
            <a:pPr>
              <a:lnSpc>
                <a:spcPct val="150000"/>
              </a:lnSpc>
            </a:pPr>
            <a:r>
              <a:rPr lang="en-US" dirty="0"/>
              <a:t>Customers often struggle to choose the right product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are influenced by price, brand reputation, machine type, and capacity.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lack clarity on what factors drive customer engagement (reviews).</a:t>
            </a:r>
          </a:p>
        </p:txBody>
      </p:sp>
    </p:spTree>
    <p:extLst>
      <p:ext uri="{BB962C8B-B14F-4D97-AF65-F5344CB8AC3E}">
        <p14:creationId xmlns:p14="http://schemas.microsoft.com/office/powerpoint/2010/main" val="199711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B5A8-9823-408A-181A-754D5B908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0063"/>
            <a:ext cx="10515600" cy="1110516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9A84270-E4D0-48EC-DD07-D463552D2A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39818"/>
            <a:ext cx="7950200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Analyze washing machine product data to identify: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Pricing trends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Brand influence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Customer engagement patterns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Determine whether factors like price, brand, and machine type impact customer reviews.</a:t>
            </a:r>
          </a:p>
        </p:txBody>
      </p:sp>
    </p:spTree>
    <p:extLst>
      <p:ext uri="{BB962C8B-B14F-4D97-AF65-F5344CB8AC3E}">
        <p14:creationId xmlns:p14="http://schemas.microsoft.com/office/powerpoint/2010/main" val="3847744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734D1-C34E-FC27-31C9-4F66D7D2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402" y="610308"/>
            <a:ext cx="10515600" cy="1119290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E8B7A7A-8A5F-00A5-5998-4709E0ADAB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22866" y="1846589"/>
            <a:ext cx="9313333" cy="34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overall structure of the dataset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Clean and prepare data for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Univariate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Bivariate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Multivariate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analysis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 test cases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validate insights</a:t>
            </a:r>
          </a:p>
        </p:txBody>
      </p:sp>
    </p:spTree>
    <p:extLst>
      <p:ext uri="{BB962C8B-B14F-4D97-AF65-F5344CB8AC3E}">
        <p14:creationId xmlns:p14="http://schemas.microsoft.com/office/powerpoint/2010/main" val="3692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F1F1-4B27-90C5-C084-7A938334F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5761"/>
            <a:ext cx="10515600" cy="1086151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76B54-DB8E-0952-B87C-98DB89B82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8119"/>
            <a:ext cx="10515600" cy="435133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E-commerce product listings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Columns: 9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~600 products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Product_Name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Name of the washing machine, Brand – Manufacturer brand,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Capacity_kg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Load capacity in kg</a:t>
            </a:r>
          </a:p>
          <a:p>
            <a:pPr marL="0" indent="0">
              <a:buNone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Machine_Type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Semi / Fully Automatic,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Load_type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Top Load / Front Load, Color – Product color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 – Price in INR, Discount_% – Discount percentage,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Reviews_Count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customer reviews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458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0C16F-BA82-2A77-53EE-4D81A28C4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B80D3-AA3F-BC1D-F6A5-9679C5E71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in: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Price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Discount</a:t>
            </a:r>
          </a:p>
          <a:p>
            <a:pPr lvl="1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</a:t>
            </a:r>
          </a:p>
          <a:p>
            <a:pPr lvl="1"/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Reviews_Count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price and discount into numerical format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empty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Machine_Type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consistent data types</a:t>
            </a:r>
          </a:p>
        </p:txBody>
      </p:sp>
    </p:spTree>
    <p:extLst>
      <p:ext uri="{BB962C8B-B14F-4D97-AF65-F5344CB8AC3E}">
        <p14:creationId xmlns:p14="http://schemas.microsoft.com/office/powerpoint/2010/main" val="420448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BA6EC6-BF09-E08E-FC4C-DD5049E6A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25550"/>
            <a:ext cx="12191999" cy="593244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6C2460F-36F5-EF36-4CA5-D08D67B0537F}"/>
              </a:ext>
            </a:extLst>
          </p:cNvPr>
          <p:cNvSpPr txBox="1"/>
          <p:nvPr/>
        </p:nvSpPr>
        <p:spPr>
          <a:xfrm>
            <a:off x="267628" y="211873"/>
            <a:ext cx="117868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visualization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519201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1745-94AA-3266-EB0C-E5594EA1A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2016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CBF8D-AD43-BD1A-C1F6-5D6670053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3831" y="1896961"/>
            <a:ext cx="8448304" cy="39932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major brands dominate the washing machine market with the highest number of products.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washing machines are available in the mid-price range.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majority of products have a capacity between 6 to 8 kg.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capacity range is suitable for average household needs.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reviews are uneven, with only a few products receiving very high engagement.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40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0F784E-6A18-7179-C35E-6107EC6F7A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1"/>
            <a:ext cx="12192000" cy="621166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CAA736E-1C57-278A-A27B-2D23969DC47A}"/>
              </a:ext>
            </a:extLst>
          </p:cNvPr>
          <p:cNvSpPr txBox="1"/>
          <p:nvPr/>
        </p:nvSpPr>
        <p:spPr>
          <a:xfrm>
            <a:off x="403302" y="0"/>
            <a:ext cx="113853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visualization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9349501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190AB9-ADB9-6816-42C6-9C5F297A3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Insights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04DF108-80EB-4BD9-7898-E9CE271DE3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2040"/>
            <a:ext cx="10134600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Budget-priced washing machines receive higher average reviews and stronger customer engagement.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price categories do not consistently result in more customer reviews.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Review counts vary significantly across brands, showing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strong brand influence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Brands follow different pricing strategies across budget, mid, high, and premium segments.</a:t>
            </a:r>
          </a:p>
        </p:txBody>
      </p:sp>
    </p:spTree>
    <p:extLst>
      <p:ext uri="{BB962C8B-B14F-4D97-AF65-F5344CB8AC3E}">
        <p14:creationId xmlns:p14="http://schemas.microsoft.com/office/powerpoint/2010/main" val="1051224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2F53A3-6B2C-5896-CF2A-211B2B5CF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0156"/>
            <a:ext cx="12192000" cy="58878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EDA2FE-C574-5C21-0CF9-A40B2BC11342}"/>
              </a:ext>
            </a:extLst>
          </p:cNvPr>
          <p:cNvSpPr txBox="1"/>
          <p:nvPr/>
        </p:nvSpPr>
        <p:spPr>
          <a:xfrm>
            <a:off x="167268" y="211873"/>
            <a:ext cx="11441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visualizations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09169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34791-E402-3F1B-6385-6969AC9CA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664" y="981807"/>
            <a:ext cx="10515600" cy="798657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Visualization 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37C6F79-2D07-1F21-4E9F-C74A93374F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64408"/>
            <a:ext cx="10210014" cy="4411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Customer reviews vary across brands and price categories.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Some brands receive high reviews even in budget and mid-price segments.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Brand reputation influences reviews more than price.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Brands follow different product and pricing strategies across segments.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1793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4A6A-DC16-56A2-D90C-7882A070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56707"/>
            <a:ext cx="10515600" cy="57573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 – EDA PROJECT (Washing Machine Data)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DC4499C-E972-A163-665E-21AA8B4257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442"/>
            <a:ext cx="12191999" cy="612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460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0449-E37F-19D5-1112-67B35E8EF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5738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16FDD-E952-BFF3-F16D-B77178C13F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326"/>
            <a:ext cx="11108377" cy="522554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× Price × Reviews (Comparative Analysis)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Higher price does </a:t>
            </a:r>
            <a:r>
              <a:rPr lang="en-US" sz="2000" b="1" dirty="0"/>
              <a:t>not</a:t>
            </a:r>
            <a:r>
              <a:rPr lang="en-US" sz="2000" dirty="0"/>
              <a:t> lead to higher reviews.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Customer engagement is </a:t>
            </a:r>
            <a:r>
              <a:rPr lang="en-US" sz="2000" b="1" dirty="0"/>
              <a:t>weakly related to price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vs Reviews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(ANOVA Test)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Review counts vary significantly across brands.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Some brands consistently receive </a:t>
            </a:r>
            <a:r>
              <a:rPr lang="en-US" sz="2000" b="1" dirty="0"/>
              <a:t>higher customer engagement</a:t>
            </a:r>
            <a:r>
              <a:rPr lang="en-US" sz="2000" dirty="0"/>
              <a:t>.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vs Machine type(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 –Square test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Brands specialize in specific machine types.</a:t>
            </a:r>
          </a:p>
          <a:p>
            <a:pPr>
              <a:lnSpc>
                <a:spcPct val="100000"/>
              </a:lnSpc>
            </a:pPr>
            <a:r>
              <a:rPr lang="en-US" sz="2000" b="1" dirty="0"/>
              <a:t>Fully automatic machines </a:t>
            </a:r>
            <a:r>
              <a:rPr lang="en-US" sz="2000" dirty="0"/>
              <a:t>dominate across most brands.</a:t>
            </a:r>
          </a:p>
          <a:p>
            <a:r>
              <a:rPr lang="en-US" sz="2400" b="1" dirty="0"/>
              <a:t>Overall Insight (Closing Line):</a:t>
            </a:r>
          </a:p>
          <a:p>
            <a:r>
              <a:rPr lang="en-US" sz="2400" dirty="0"/>
              <a:t>These charts together show that </a:t>
            </a:r>
            <a:r>
              <a:rPr lang="en-US" sz="2400" b="1" dirty="0"/>
              <a:t>brand influence and product strategy matter more than price</a:t>
            </a:r>
            <a:r>
              <a:rPr lang="en-US" sz="2400" dirty="0"/>
              <a:t> in driving customer reviews and engagement.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629437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ADAD72-F0CE-2100-E715-267A46E9B3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7" y="668337"/>
            <a:ext cx="5157787" cy="82391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6E3BC-C961-772E-3EC9-4B55AD1E76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946275"/>
            <a:ext cx="5157787" cy="3684588"/>
          </a:xfrm>
        </p:spPr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Price alone does not drive reviews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Brand reputation is the strongest factor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Mid-capacity, semi-automatic machines          dominate the market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Businesses should focus on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brand positioning and value pricing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1973AB-73C8-803A-52A1-48743D8B03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500" y="668337"/>
            <a:ext cx="5183188" cy="82391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IN" sz="4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65094-1421-9189-D96A-0CD472022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59500" y="1946275"/>
            <a:ext cx="5183188" cy="3684588"/>
          </a:xfrm>
        </p:spPr>
        <p:txBody>
          <a:bodyPr>
            <a:normAutofit fontScale="70000" lnSpcReduction="20000"/>
          </a:bodyPr>
          <a:lstStyle/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Add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data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deeper insights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Predict reviews using ML models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Customer sentiment analysis from review text</a:t>
            </a:r>
          </a:p>
          <a:p>
            <a:pPr marL="0" lvl="0" indent="0" eaLnBrk="0" fontAlgn="base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Price optimization models</a:t>
            </a:r>
          </a:p>
        </p:txBody>
      </p:sp>
    </p:spTree>
    <p:extLst>
      <p:ext uri="{BB962C8B-B14F-4D97-AF65-F5344CB8AC3E}">
        <p14:creationId xmlns:p14="http://schemas.microsoft.com/office/powerpoint/2010/main" val="42112648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F30E6-6967-9DF6-DBA5-448643D67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428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4C9E97-D007-512B-521B-2AD090137B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30884"/>
            <a:ext cx="8732712" cy="3796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Helps companies identify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high-engagement brands and products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Supports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targeted marketing and promotional campaigns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Improves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pricing and discount strategy decisions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/>
              <a:t>Helps in choosing the </a:t>
            </a:r>
            <a:r>
              <a:rPr lang="en-US" sz="2400" b="1" dirty="0"/>
              <a:t>right products to keep in stock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/>
              <a:t>Improves demand planning using review trends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9686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F5541-F871-19A8-ED02-7D95395A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628"/>
            <a:ext cx="10515600" cy="132556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978502-7B71-68A6-607E-FB6C5B6088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87097"/>
            <a:ext cx="7995330" cy="3680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strengthening brand reputation and visibility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Adopt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value-based pricing over premium-only strategies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Optimize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product offerings by machine type and capacity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Improve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low-performing products using review insights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dirty="0"/>
              <a:t>Continuously use data insights for strategic decisions</a:t>
            </a:r>
          </a:p>
        </p:txBody>
      </p:sp>
    </p:spTree>
    <p:extLst>
      <p:ext uri="{BB962C8B-B14F-4D97-AF65-F5344CB8AC3E}">
        <p14:creationId xmlns:p14="http://schemas.microsoft.com/office/powerpoint/2010/main" val="30163920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7964F6-3E7C-0745-F3BC-E37D45394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4717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917987" y="3092073"/>
            <a:ext cx="5365207" cy="17954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 dirty="0">
                <a:solidFill>
                  <a:srgbClr val="C00000"/>
                </a:solidFill>
                <a:latin typeface="Times New Roman" panose="02020603050405020304" pitchFamily="18" charset="0"/>
                <a:ea typeface="Libre Baskerville"/>
                <a:cs typeface="Times New Roman" panose="02020603050405020304" pitchFamily="18" charset="0"/>
                <a:sym typeface="Libre Baskerville"/>
              </a:rPr>
              <a:t>THANK  YOU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3473</TotalTime>
  <Words>758</Words>
  <Application>Microsoft Office PowerPoint</Application>
  <PresentationFormat>Widescreen</PresentationFormat>
  <Paragraphs>111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Calibri Light</vt:lpstr>
      <vt:lpstr>Wingdings</vt:lpstr>
      <vt:lpstr>Times New Roman</vt:lpstr>
      <vt:lpstr>Libre Baskerville</vt:lpstr>
      <vt:lpstr>Calibri</vt:lpstr>
      <vt:lpstr>Arial</vt:lpstr>
      <vt:lpstr>Office Theme</vt:lpstr>
      <vt:lpstr>PowerPoint Presentation</vt:lpstr>
      <vt:lpstr>ABOUT ME</vt:lpstr>
      <vt:lpstr>AGENDA</vt:lpstr>
      <vt:lpstr>Business Problem</vt:lpstr>
      <vt:lpstr>Problem Statement</vt:lpstr>
      <vt:lpstr>Objectives</vt:lpstr>
      <vt:lpstr>Dataset Overview</vt:lpstr>
      <vt:lpstr>Data Cleaning</vt:lpstr>
      <vt:lpstr>PowerPoint Presentation</vt:lpstr>
      <vt:lpstr>Univariate Insights</vt:lpstr>
      <vt:lpstr>PowerPoint Presentation</vt:lpstr>
      <vt:lpstr>Bivariate Insights</vt:lpstr>
      <vt:lpstr>PowerPoint Presentation</vt:lpstr>
      <vt:lpstr>Multivariate Visualization Insights</vt:lpstr>
      <vt:lpstr>TEST CASES – EDA PROJECT (Washing Machine Data)</vt:lpstr>
      <vt:lpstr>Test Cases</vt:lpstr>
      <vt:lpstr>PowerPoint Presentation</vt:lpstr>
      <vt:lpstr>Applications</vt:lpstr>
      <vt:lpstr>Recommendations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srikanth putnala</cp:lastModifiedBy>
  <cp:revision>90</cp:revision>
  <dcterms:created xsi:type="dcterms:W3CDTF">2021-02-16T05:19:01Z</dcterms:created>
  <dcterms:modified xsi:type="dcterms:W3CDTF">2026-02-05T16:29:20Z</dcterms:modified>
</cp:coreProperties>
</file>